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TALK TRACK (0:00 - 0:35 | Duration: ~35 seconds)</a:t>
            </a:r>
          </a:p>
          <a:p/>
          <a:p>
            <a:r>
              <a:t>"Good morning team. Today, I'm presenting ZEL Copilot &amp; Autonomous AUX Assistant — an intelligent contact center operations platform built to solve one of the biggest friction points on the contact center floor.</a:t>
            </a:r>
          </a:p>
          <a:p/>
          <a:p>
            <a:r>
              <a:t>Today, frontline agents waste up to 25% of their shift manually documenting ACW wrap-up notes, while Team Leads are drowning in manual break approvals and intraday schedule exceptions. This friction hurts everyone: agents suffer burnout, supervisors lose coaching time, WFM leaders miss critical SLA targets, and customers experience extended queue waits. ZEL Copilot eliminates this operational gridlock through real-time automation."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TALK TRACK (0:35 - 1:20 | Duration: ~45 seconds)</a:t>
            </a:r>
          </a:p>
          <a:p/>
          <a:p>
            <a:r>
              <a:t>"Here is how the application resolves these daily operational pains for both Agents and Team Leads.</a:t>
            </a:r>
          </a:p>
          <a:p/>
          <a:p>
            <a:r>
              <a:t>For Agents, ZEL Copilot lives directly on screen as a floating companion. It eliminates manual wrap-up by automatically generating structured ACW notes and syncing them directly to CRM. It manages AUX breaks with automated eligibility checks and a 2-minute wrap-up countdown, while delivering instant operational advisories.</a:t>
            </a:r>
          </a:p>
          <a:p/>
          <a:p>
            <a:r>
              <a:t>For Team Leads, our Supervisor Web Command Center automates the heavy lifting: it automatically approves break requests against Erlang-C staffing surplus; it performs continuous speech tone audits to proactively suggest coaching modules before CSAT drops; and when sudden volume spikes hit, the TL can execute a 1-click intraday rebalance to flex idle agents across queues."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TALK TRACK (1:20 - 1:55 | Duration: ~35 seconds)</a:t>
            </a:r>
          </a:p>
          <a:p/>
          <a:p>
            <a:r>
              <a:t>"Finally, what does this mean for the business?</a:t>
            </a:r>
          </a:p>
          <a:p/>
          <a:p>
            <a:r>
              <a:t>First, we reduce Average Handle Time by 18 to 25% by taking the cognitive and typing burden of ACW off the agent.</a:t>
            </a:r>
          </a:p>
          <a:p>
            <a:r>
              <a:t>Second, we achieve over 94% schedule adherence with automated, fair AUX approvals that prevent break leakage.</a:t>
            </a:r>
          </a:p>
          <a:p>
            <a:r>
              <a:t>Third, our dynamic intraday skill rebalancing protects SLA commitments without paying expensive overtime or suffering call abandonment.</a:t>
            </a:r>
          </a:p>
          <a:p>
            <a:r>
              <a:t>And fourth, real-time tone audits ensure 100% QA coverage, raising CSAT while curbing agent attrition.</a:t>
            </a:r>
          </a:p>
          <a:p/>
          <a:p>
            <a:r>
              <a:t>In short, ZEL Copilot turns chaotic contact center friction into autonomous, measurable operational excellence. Thank you, and I look forward to your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EXECUTIVE PITCH DECK  •  TARGET DURATION: 1:30 - 2:00 MIN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ZEL Copilot &amp; Autonomous AUX Assistant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Intelligent Workforce Operations, Autonomous ACW Generation &amp; Dynamic Intraday Floor Rebalancing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4864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🚨  The Problem Statement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Contact centers face a high-friction operational bottleneck: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Administrative ACW Drag: </a:t>
            </a:r>
            <a:r>
              <a:rPr b="0">
                <a:solidFill>
                  <a:srgbClr val="64748B"/>
                </a:solidFill>
              </a:rPr>
              <a:t>Agents spend 20-30% of shift time typing manual wrap-up notes, stalling queue throughput.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Manual AUX Code Bottlenecks: </a:t>
            </a:r>
            <a:r>
              <a:rPr b="0">
                <a:solidFill>
                  <a:srgbClr val="64748B"/>
                </a:solidFill>
              </a:rPr>
              <a:t>Supervisors are inundated with break requests, creating queue blind spots and adherence violations.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Rigid Queue Allocation: </a:t>
            </a:r>
            <a:r>
              <a:rPr b="0">
                <a:solidFill>
                  <a:srgbClr val="64748B"/>
                </a:solidFill>
              </a:rPr>
              <a:t>Sudden billing/outage call spikes overwhelm queues while other agent pools sit underutilized.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Delayed QA &amp; Tone Remediation: </a:t>
            </a:r>
            <a:r>
              <a:rPr b="0">
                <a:solidFill>
                  <a:srgbClr val="64748B"/>
                </a:solidFill>
              </a:rPr>
              <a:t>Coaching is retrospective (days later), allowing negative customer sentiment to compound.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920240"/>
            <a:ext cx="49377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0312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👥  Effected Personas</a:t>
            </a:r>
          </a:p>
          <a:p>
            <a:pPr>
              <a:spcBef>
                <a:spcPts val="1000"/>
              </a:spcBef>
              <a:defRPr b="1" sz="1200">
                <a:solidFill>
                  <a:srgbClr val="2563EB"/>
                </a:solidFill>
              </a:defRPr>
            </a:pPr>
            <a:r>
              <a:t>🎧 Frontline Agents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Exhausted by manual CRM logging, break approval delays, and high post-call cognitive burden.</a:t>
            </a:r>
          </a:p>
          <a:p>
            <a:pPr>
              <a:spcBef>
                <a:spcPts val="1000"/>
              </a:spcBef>
              <a:defRPr b="1" sz="1200">
                <a:solidFill>
                  <a:srgbClr val="2563EB"/>
                </a:solidFill>
              </a:defRPr>
            </a:pPr>
            <a:r>
              <a:t>👩‍💼 Team Leads &amp; Supervisors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Trapped in repetitive break approvals and manual queue oversight instead of strategic coaching.</a:t>
            </a:r>
          </a:p>
          <a:p>
            <a:pPr>
              <a:spcBef>
                <a:spcPts val="1000"/>
              </a:spcBef>
              <a:defRPr b="1" sz="1200">
                <a:solidFill>
                  <a:srgbClr val="2563EB"/>
                </a:solidFill>
              </a:defRPr>
            </a:pPr>
            <a:r>
              <a:t>📊 WFM Planners &amp; Operations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Struggle with intraday Erlang-C staffing variance, missed SLA targets, and unplanned overtime costs.</a:t>
            </a:r>
          </a:p>
          <a:p>
            <a:pPr>
              <a:spcBef>
                <a:spcPts val="1000"/>
              </a:spcBef>
              <a:defRPr b="1" sz="1200">
                <a:solidFill>
                  <a:srgbClr val="2563EB"/>
                </a:solidFill>
              </a:defRPr>
            </a:pPr>
            <a:r>
              <a:t>🤝 End Customers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Subjected to extended wait times, rushed agents, and fragmented resolution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DUAL-PERSPECTIVE SOLUTION  •  FRONTLINE &amp; LEADERSHIP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Current Operational Pain Points vs. ZEL Copilot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🎧  Agent Experience &amp; App Features</a:t>
            </a:r>
          </a:p>
          <a:p>
            <a:pPr>
              <a:spcBef>
                <a:spcPts val="800"/>
              </a:spcBef>
              <a:defRPr sz="1050" b="1">
                <a:solidFill>
                  <a:srgbClr val="EF4444"/>
                </a:solidFill>
              </a:defRPr>
            </a:pPr>
            <a:r>
              <a:t>Pain: Manual ACW &amp; Wrap-up Fatigue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⚡ Auto ACW Generation &amp; CRM Sync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AI listens to interaction, generates structured summary, key issues, and one-click logs disposition directly to NICE CXone / CRM.</a:t>
            </a:r>
          </a:p>
          <a:p>
            <a:pPr>
              <a:spcBef>
                <a:spcPts val="800"/>
              </a:spcBef>
              <a:defRPr sz="1050" b="1">
                <a:solidFill>
                  <a:srgbClr val="EF4444"/>
                </a:solidFill>
              </a:defRPr>
            </a:pPr>
            <a:r>
              <a:t>Pain: Break Uncertainty &amp; Overages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☕ Automated AUX Break &amp; Countdown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Real-time discretionary break eligibility, automated countdown timer with 2-minute wrap-up notice to preserve adherence.</a:t>
            </a:r>
          </a:p>
          <a:p>
            <a:pPr>
              <a:spcBef>
                <a:spcPts val="800"/>
              </a:spcBef>
              <a:defRPr sz="1050" b="1">
                <a:solidFill>
                  <a:srgbClr val="EF4444"/>
                </a:solidFill>
              </a:defRPr>
            </a:pPr>
            <a:r>
              <a:t>Pain: Delayed Emergency Advisories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📢 Live Broadcast &amp; Outage Advisories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Instant floor broadcasts, severe weather IVR auto-deflection alerts (&gt;1,000 calls/min), and supervisor bulletins directly in-widget.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👩‍💼  Supervisor / TL Command Features</a:t>
            </a:r>
          </a:p>
          <a:p>
            <a:pPr>
              <a:spcBef>
                <a:spcPts val="800"/>
              </a:spcBef>
              <a:defRPr sz="1050" b="1">
                <a:solidFill>
                  <a:srgbClr val="EF4444"/>
                </a:solidFill>
              </a:defRPr>
            </a:pPr>
            <a:r>
              <a:t>Pain: Constant Break Approval Distractions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📋 Autonomous Erlang-C Break Approvals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Evaluates live queue volume and Erlang-C staffing surplus (+4) to auto-approve breaks in &lt;1s without manual supervisor interruption.</a:t>
            </a:r>
          </a:p>
          <a:p>
            <a:pPr>
              <a:spcBef>
                <a:spcPts val="800"/>
              </a:spcBef>
              <a:defRPr sz="1050" b="1">
                <a:solidFill>
                  <a:srgbClr val="EF4444"/>
                </a:solidFill>
              </a:defRPr>
            </a:pPr>
            <a:r>
              <a:t>Pain: Subjective / Delayed QA Coaching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🎓 Speech Audit-Based Training Engine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Real-time acoustic &amp; customer tone analysis flags sentiment outliers (e.g. rude/confused) and auto-assigns targeted training modules.</a:t>
            </a:r>
          </a:p>
          <a:p>
            <a:pPr>
              <a:spcBef>
                <a:spcPts val="800"/>
              </a:spcBef>
              <a:defRPr sz="1050" b="1">
                <a:solidFill>
                  <a:srgbClr val="EF4444"/>
                </a:solidFill>
              </a:defRPr>
            </a:pPr>
            <a:r>
              <a:t>Pain: Unmanaged Queue Spikes &amp; SLA Drops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🔄 Intraday Skill Rebalance Engine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Instantly detects billing queue surges (+318 calls) and flexes cross-skilled Customer Service agents to billing with 1-click.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BUSINESS VALUE &amp; ROI  •  EXECUTIVE IMPACT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Measurable Business Benefits &amp; Strategic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⏱️ 18-25% AHT Reduction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Faster Wrap-Up &amp; CRM Logging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Autonomous ACW summarizer saves 45-60 seconds per interaction, boosting capacity without hiring.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📈 94%+ Schedule Adherence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Fair &amp; Controlled AUX Discipline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Self-service Erlang-C validation prevents illegal break stacking and adherence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SLA Target Protection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Dynamic Cross-Skill Flexing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Rebalances billing surges in real-time, preventing queue abandonment and penalty fees.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7830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⭐ CSAT &amp; Retention Boost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Proactive Speech Tone Coaching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100% speech sentiment audits replace 2% random sampling, reducing customer friction and agent burnout.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🎯  Bottom-Line Impact: Operational Efficiency + Employee Retention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By automating AUX governance, CRM documentation, and queue flex, contact centers recover hundreds of productive hours monthly while improving first-contact resolution. Agents stay engaged, Team Leads focus on high-value coaching, and the enterprise protects SLA compliance under peak volatility.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